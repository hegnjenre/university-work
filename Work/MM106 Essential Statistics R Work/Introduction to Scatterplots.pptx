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5E8A-6EDA-551F-2B42-E61D5AE92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F5A0A-0373-8F81-97F5-6E0D60059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407DA-05D4-5103-851E-5EFBB490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69380-010C-6CE1-099E-39DD2D71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A517E-84DA-6576-60BE-C6E55689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03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C205-B794-BA7C-BAE8-E32A5C4B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CF370-426E-93FA-5528-DF9884088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9009A-8CAC-5C40-15AF-212714FF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D2D1-7488-D1D1-F22F-371B6877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3E07D-0C1D-A267-4FEB-3B75526B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69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9264-4651-9E45-F932-D1CAFAB54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65C2A-90FE-F076-8A55-CE2B8922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B27BF-206C-769C-DDDB-AA4FAD7C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1E3E0-F3EB-73F5-FED7-A548AA42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909A7-1953-0640-C34B-4FE6CF2B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57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4CA7-C1F6-ADF2-78FE-D796A266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5ED4B-0958-0A6A-7E8F-FBA202537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53BEC-7215-EA25-8BA5-464BA4C9C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A8272-02F5-EAA6-3F2B-F7B6C8FB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3369-3F47-F9E4-2F70-CA89A6C2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7A542-DD78-964A-AA0F-B61CF675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33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FFAF-57F0-71DE-BA91-79CFBC2F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06FD-82FE-C04C-91EB-81ABC4D2D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07293-3EE7-6B9F-6DB4-C0241B8D8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4D242-529F-1B0A-71D1-4C12B8E33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E1B3F-2372-B20A-A7E2-677F97482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E55B2-6A55-666E-A41D-B4B68F1E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57F0BC-CA51-4219-D838-3A09A370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DA2AA-DCEE-AAE6-AB23-9B59D971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29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C6FD-0A17-7295-B6D2-0C4DBC35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5F374-7B60-6EF1-8D16-8B2DF74C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02318-AE39-D05D-4E1B-35BB239C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1BC9E-4A9E-07C8-C668-1F157213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7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2291E1-B621-8836-72EB-05473C23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43476-131F-B406-4F62-0F849A8D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141A-2E8C-053C-D4A6-8626E767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05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4147-8F6E-2E61-F0F9-D2F7F2F8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B1B3-4497-5779-48A2-268565DD6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D62E8-2AF6-6988-7EE1-BEFD55624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E2D76-0E7E-B4B1-F503-467AA29D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F78FD-A3A0-34D3-3694-FBDF52DA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324AE-FAB5-2180-CEE9-4B3EB66B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98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3AC9-97AD-2D7E-B7F0-F067F252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BBB6D-4B06-4AE9-47B9-962E0B5E3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097C6-78DF-CCC3-1936-A0ACBAA50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8DAA9-2BEA-1ED7-C036-37867D41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30B4C-478B-918C-BF23-825E27494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72E30-B05D-CA9B-3249-1F12626D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15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AC56-B122-44F0-7834-2D4C6161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E5390-142E-D477-FC3F-15CC9C6E6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A183A-147D-5E21-643D-0C2D5046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2C5F9-456E-B97D-285F-8CE940ED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EA8A3-D5A4-4FCA-5CD8-1E616C78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33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5EBE6-06E3-3347-446F-481BAAAB4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84D3F-6517-A1DA-E19C-9D6C71796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BA22-EA9E-1FDC-B74D-1F621FE0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A1B27-37A2-8D38-C203-3692F0D3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AF483-3B7B-D0DC-C673-C374A772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33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93CC3-285B-F190-7032-500DCB06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00DB-5060-38BA-F29B-89FEE91D1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7E60D-4E60-C0BA-5FBE-7566204359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9FD4C-B807-4F0D-9E8A-FA370BE094C6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A09D1-E999-8C06-FFDD-4CDD9C40F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B27B3-64C1-3D8B-4344-6D08A00F0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AE3B0-52A1-410B-AC3E-E617E20AF4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04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A1DD-0675-A1E5-96B0-76BA00A9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Topic 3: Data Visualisation Introduction to Scatterplots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EBBFF-C6AA-64F0-C868-8A20C69049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MM106/BM110</a:t>
            </a:r>
          </a:p>
          <a:p>
            <a:r>
              <a:rPr lang="en-GB" dirty="0"/>
              <a:t>Connor Watret</a:t>
            </a:r>
          </a:p>
          <a:p>
            <a:r>
              <a:rPr lang="en-GB" dirty="0"/>
              <a:t>connor.watret@strath.ac.uk</a:t>
            </a:r>
          </a:p>
        </p:txBody>
      </p:sp>
    </p:spTree>
    <p:extLst>
      <p:ext uri="{BB962C8B-B14F-4D97-AF65-F5344CB8AC3E}">
        <p14:creationId xmlns:p14="http://schemas.microsoft.com/office/powerpoint/2010/main" val="3366702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E83A-492D-43DC-CD9C-E1BDB171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scatterplot?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342A76-866E-957F-0801-7A35B14B46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 scatter plot is used to display the relationship between two variables. The values of one variable are denoted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and the other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-axis. A point is placed at the intersection of these locations on the main body of the plot.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there is no relationship between two variables the points will form a cloud, with no easily detectable pattern. If there is a relationship between two variables the points will follow a pattern, which may look like a straight line, or may look like a curve.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342A76-866E-957F-0801-7A35B14B4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09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7767-6E16-9FCF-0E1C-CFA648FB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scatterplot cont...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A6781-D0B7-0F3C-E569-13D4F5F6F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data analyses, you will have to work out which variable to plot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and which to plot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-axis. This information comes from the context of the analysis. You will usually have a variable that you are interested in finding out about with respect to some other factors. The variable of interest goes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 (called the dependent variable), and the other variable would go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(the independent variable). 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dirty="0"/>
                  <a:t>For example, if we were interested in finding out how electricity bills change in relation to the size of a house then we would plot the bill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 and the size measurement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A6781-D0B7-0F3C-E569-13D4F5F6F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913" b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14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3A20-1B03-0E98-6C1F-E0FC034F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scatterplot of the iris data set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130C3D-5180-3272-9EFA-129BB93EB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0778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In R the function for creating a scatterplot is 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plot(</a:t>
                </a:r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x,y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GB" dirty="0"/>
                  <a:t>.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are the variables you want to plot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respectively. We are going to create a plot for petal length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axis) against petal with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axis) using the iris dataset </a:t>
                </a:r>
              </a:p>
              <a:p>
                <a:pPr marL="0" indent="0">
                  <a:buNone/>
                </a:pPr>
                <a:endParaRPr lang="en-GB" sz="1100" dirty="0"/>
              </a:p>
              <a:p>
                <a:pPr marL="457200" lvl="1" indent="0">
                  <a:buNone/>
                </a:pPr>
                <a:r>
                  <a:rPr lang="en-GB" sz="2800" b="1" dirty="0">
                    <a:solidFill>
                      <a:schemeClr val="accent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# require the data if you have opened R </a:t>
                </a:r>
              </a:p>
              <a:p>
                <a:pPr marL="457200" lvl="1" indent="0">
                  <a:buNone/>
                </a:pPr>
                <a:r>
                  <a:rPr lang="en-GB" sz="2800" b="1" dirty="0">
                    <a:solidFill>
                      <a:schemeClr val="accent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data(iris) </a:t>
                </a:r>
              </a:p>
              <a:p>
                <a:pPr marL="457200" lvl="1" indent="0">
                  <a:buNone/>
                </a:pPr>
                <a:endParaRPr lang="en-GB" sz="11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sz="2800" b="1" dirty="0">
                    <a:solidFill>
                      <a:schemeClr val="accent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# create a scatterplot and add appropriate x and y labels </a:t>
                </a:r>
              </a:p>
              <a:p>
                <a:pPr marL="457200" lvl="1" indent="0">
                  <a:buNone/>
                </a:pP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plot(</a:t>
                </a:r>
                <a:r>
                  <a:rPr lang="en-GB" sz="28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iris$Petal.Length,iris$Petal.Width</a:t>
                </a: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sz="28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xlab</a:t>
                </a: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="Petal length (cm)", </a:t>
                </a:r>
                <a:r>
                  <a:rPr lang="en-GB" sz="28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ylab</a:t>
                </a: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="Petal width (cm)")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130C3D-5180-3272-9EFA-129BB93EB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07786"/>
              </a:xfrm>
              <a:blipFill>
                <a:blip r:embed="rId2"/>
                <a:stretch>
                  <a:fillRect l="-1217" t="-27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B037B4E-FA22-B281-359A-CED05952A53E}"/>
              </a:ext>
            </a:extLst>
          </p:cNvPr>
          <p:cNvSpPr/>
          <p:nvPr/>
        </p:nvSpPr>
        <p:spPr>
          <a:xfrm>
            <a:off x="838200" y="3429000"/>
            <a:ext cx="10515600" cy="30638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54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6F9A-A63D-A893-111E-FC417C1A6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scatterplot of the iris data set cont...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F7632-6DFA-FA01-4712-7B1BAC471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can see that there seems to be a trend in that as petal length increases so too does petal width. We will discuss how to quantify this trend in the later topics of the class.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0E0EF-7393-7498-85D7-55A3288A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87" y="1281112"/>
            <a:ext cx="69818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3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440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 New</vt:lpstr>
      <vt:lpstr>Office Theme</vt:lpstr>
      <vt:lpstr>Topic 3: Data Visualisation Introduction to Scatterplots</vt:lpstr>
      <vt:lpstr>What is a scatterplot? </vt:lpstr>
      <vt:lpstr>What is a scatterplot cont... </vt:lpstr>
      <vt:lpstr>Create a scatterplot of the iris data set </vt:lpstr>
      <vt:lpstr>Create a scatterplot of the iris data set cont... </vt:lpstr>
    </vt:vector>
  </TitlesOfParts>
  <Company>University of Strathclyde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3: Data Visualisation Introduction to Scatterplots</dc:title>
  <dc:creator>Connor Watret</dc:creator>
  <cp:lastModifiedBy>Connor Watret</cp:lastModifiedBy>
  <cp:revision>2</cp:revision>
  <dcterms:created xsi:type="dcterms:W3CDTF">2024-10-03T15:36:35Z</dcterms:created>
  <dcterms:modified xsi:type="dcterms:W3CDTF">2024-10-08T18:44:56Z</dcterms:modified>
</cp:coreProperties>
</file>
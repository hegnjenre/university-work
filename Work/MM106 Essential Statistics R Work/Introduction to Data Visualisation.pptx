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4"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snapToGrid="0">
      <p:cViewPr varScale="1">
        <p:scale>
          <a:sx n="119" d="100"/>
          <a:sy n="119" d="100"/>
        </p:scale>
        <p:origin x="96" y="3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4A18A-6C8F-5507-2CF8-EDA75D69C68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6E6B047A-BB3B-7C7F-1433-0CACFA7977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6A38D58E-4E08-E7A1-9491-03C742A8286B}"/>
              </a:ext>
            </a:extLst>
          </p:cNvPr>
          <p:cNvSpPr>
            <a:spLocks noGrp="1"/>
          </p:cNvSpPr>
          <p:nvPr>
            <p:ph type="dt" sz="half" idx="10"/>
          </p:nvPr>
        </p:nvSpPr>
        <p:spPr/>
        <p:txBody>
          <a:bodyPr/>
          <a:lstStyle/>
          <a:p>
            <a:fld id="{C8054535-AF08-4C18-AFDF-01ADDAF48A9A}" type="datetimeFigureOut">
              <a:rPr lang="en-GB" smtClean="0"/>
              <a:t>02/10/2024</a:t>
            </a:fld>
            <a:endParaRPr lang="en-GB"/>
          </a:p>
        </p:txBody>
      </p:sp>
      <p:sp>
        <p:nvSpPr>
          <p:cNvPr id="5" name="Footer Placeholder 4">
            <a:extLst>
              <a:ext uri="{FF2B5EF4-FFF2-40B4-BE49-F238E27FC236}">
                <a16:creationId xmlns:a16="http://schemas.microsoft.com/office/drawing/2014/main" id="{62829849-0843-AE28-A135-F3B5488EAD2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80402A8-A792-FD56-5D4A-644620E34E40}"/>
              </a:ext>
            </a:extLst>
          </p:cNvPr>
          <p:cNvSpPr>
            <a:spLocks noGrp="1"/>
          </p:cNvSpPr>
          <p:nvPr>
            <p:ph type="sldNum" sz="quarter" idx="12"/>
          </p:nvPr>
        </p:nvSpPr>
        <p:spPr/>
        <p:txBody>
          <a:bodyPr/>
          <a:lstStyle/>
          <a:p>
            <a:fld id="{0604D14B-8010-46ED-990C-8EAB94BE1ED1}" type="slidenum">
              <a:rPr lang="en-GB" smtClean="0"/>
              <a:t>‹#›</a:t>
            </a:fld>
            <a:endParaRPr lang="en-GB"/>
          </a:p>
        </p:txBody>
      </p:sp>
    </p:spTree>
    <p:extLst>
      <p:ext uri="{BB962C8B-B14F-4D97-AF65-F5344CB8AC3E}">
        <p14:creationId xmlns:p14="http://schemas.microsoft.com/office/powerpoint/2010/main" val="333222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AE0E6-CAEA-5719-022A-E3A256BD8AB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2AE8C3A-128F-AC3A-04CC-13126C5E9CD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4C10B0A-BBA2-A336-6FB3-A501A8CBBC73}"/>
              </a:ext>
            </a:extLst>
          </p:cNvPr>
          <p:cNvSpPr>
            <a:spLocks noGrp="1"/>
          </p:cNvSpPr>
          <p:nvPr>
            <p:ph type="dt" sz="half" idx="10"/>
          </p:nvPr>
        </p:nvSpPr>
        <p:spPr/>
        <p:txBody>
          <a:bodyPr/>
          <a:lstStyle/>
          <a:p>
            <a:fld id="{C8054535-AF08-4C18-AFDF-01ADDAF48A9A}" type="datetimeFigureOut">
              <a:rPr lang="en-GB" smtClean="0"/>
              <a:t>02/10/2024</a:t>
            </a:fld>
            <a:endParaRPr lang="en-GB"/>
          </a:p>
        </p:txBody>
      </p:sp>
      <p:sp>
        <p:nvSpPr>
          <p:cNvPr id="5" name="Footer Placeholder 4">
            <a:extLst>
              <a:ext uri="{FF2B5EF4-FFF2-40B4-BE49-F238E27FC236}">
                <a16:creationId xmlns:a16="http://schemas.microsoft.com/office/drawing/2014/main" id="{DAF56A2F-27BE-7FA4-246D-C8A6D04406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4460C2-C3C4-7354-A600-CFADF089C1AD}"/>
              </a:ext>
            </a:extLst>
          </p:cNvPr>
          <p:cNvSpPr>
            <a:spLocks noGrp="1"/>
          </p:cNvSpPr>
          <p:nvPr>
            <p:ph type="sldNum" sz="quarter" idx="12"/>
          </p:nvPr>
        </p:nvSpPr>
        <p:spPr/>
        <p:txBody>
          <a:bodyPr/>
          <a:lstStyle/>
          <a:p>
            <a:fld id="{0604D14B-8010-46ED-990C-8EAB94BE1ED1}" type="slidenum">
              <a:rPr lang="en-GB" smtClean="0"/>
              <a:t>‹#›</a:t>
            </a:fld>
            <a:endParaRPr lang="en-GB"/>
          </a:p>
        </p:txBody>
      </p:sp>
    </p:spTree>
    <p:extLst>
      <p:ext uri="{BB962C8B-B14F-4D97-AF65-F5344CB8AC3E}">
        <p14:creationId xmlns:p14="http://schemas.microsoft.com/office/powerpoint/2010/main" val="2532734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FBC42-6EFD-0742-8CEA-4F261F11D71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92F2D160-DEA8-3704-4182-2EF1347A4E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35269E4-0D5C-6DEE-2B62-C619685BA385}"/>
              </a:ext>
            </a:extLst>
          </p:cNvPr>
          <p:cNvSpPr>
            <a:spLocks noGrp="1"/>
          </p:cNvSpPr>
          <p:nvPr>
            <p:ph type="dt" sz="half" idx="10"/>
          </p:nvPr>
        </p:nvSpPr>
        <p:spPr/>
        <p:txBody>
          <a:bodyPr/>
          <a:lstStyle/>
          <a:p>
            <a:fld id="{C8054535-AF08-4C18-AFDF-01ADDAF48A9A}" type="datetimeFigureOut">
              <a:rPr lang="en-GB" smtClean="0"/>
              <a:t>02/10/2024</a:t>
            </a:fld>
            <a:endParaRPr lang="en-GB"/>
          </a:p>
        </p:txBody>
      </p:sp>
      <p:sp>
        <p:nvSpPr>
          <p:cNvPr id="5" name="Footer Placeholder 4">
            <a:extLst>
              <a:ext uri="{FF2B5EF4-FFF2-40B4-BE49-F238E27FC236}">
                <a16:creationId xmlns:a16="http://schemas.microsoft.com/office/drawing/2014/main" id="{7246FAFD-2F2F-7B15-7C8A-BB2CE42743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DF502CE-AC4E-0F1E-3A21-11929DBF55A7}"/>
              </a:ext>
            </a:extLst>
          </p:cNvPr>
          <p:cNvSpPr>
            <a:spLocks noGrp="1"/>
          </p:cNvSpPr>
          <p:nvPr>
            <p:ph type="sldNum" sz="quarter" idx="12"/>
          </p:nvPr>
        </p:nvSpPr>
        <p:spPr/>
        <p:txBody>
          <a:bodyPr/>
          <a:lstStyle/>
          <a:p>
            <a:fld id="{0604D14B-8010-46ED-990C-8EAB94BE1ED1}" type="slidenum">
              <a:rPr lang="en-GB" smtClean="0"/>
              <a:t>‹#›</a:t>
            </a:fld>
            <a:endParaRPr lang="en-GB"/>
          </a:p>
        </p:txBody>
      </p:sp>
    </p:spTree>
    <p:extLst>
      <p:ext uri="{BB962C8B-B14F-4D97-AF65-F5344CB8AC3E}">
        <p14:creationId xmlns:p14="http://schemas.microsoft.com/office/powerpoint/2010/main" val="238338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55538-610F-79BC-C621-C8C5D8B21FF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3CCA317A-0511-7DEA-3E99-ED904DCE4A9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8681F6C-2DC9-539E-1223-4EBAA80672C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4601E86-CA5D-B6D9-214D-D5FABC0B7F6F}"/>
              </a:ext>
            </a:extLst>
          </p:cNvPr>
          <p:cNvSpPr>
            <a:spLocks noGrp="1"/>
          </p:cNvSpPr>
          <p:nvPr>
            <p:ph type="dt" sz="half" idx="10"/>
          </p:nvPr>
        </p:nvSpPr>
        <p:spPr/>
        <p:txBody>
          <a:bodyPr/>
          <a:lstStyle/>
          <a:p>
            <a:fld id="{C8054535-AF08-4C18-AFDF-01ADDAF48A9A}" type="datetimeFigureOut">
              <a:rPr lang="en-GB" smtClean="0"/>
              <a:t>02/10/2024</a:t>
            </a:fld>
            <a:endParaRPr lang="en-GB"/>
          </a:p>
        </p:txBody>
      </p:sp>
      <p:sp>
        <p:nvSpPr>
          <p:cNvPr id="6" name="Footer Placeholder 5">
            <a:extLst>
              <a:ext uri="{FF2B5EF4-FFF2-40B4-BE49-F238E27FC236}">
                <a16:creationId xmlns:a16="http://schemas.microsoft.com/office/drawing/2014/main" id="{C450A5E2-82CA-0DBB-43EF-31160B87544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675D48B-4B94-463E-9CAD-46B773A199AE}"/>
              </a:ext>
            </a:extLst>
          </p:cNvPr>
          <p:cNvSpPr>
            <a:spLocks noGrp="1"/>
          </p:cNvSpPr>
          <p:nvPr>
            <p:ph type="sldNum" sz="quarter" idx="12"/>
          </p:nvPr>
        </p:nvSpPr>
        <p:spPr/>
        <p:txBody>
          <a:bodyPr/>
          <a:lstStyle/>
          <a:p>
            <a:fld id="{0604D14B-8010-46ED-990C-8EAB94BE1ED1}" type="slidenum">
              <a:rPr lang="en-GB" smtClean="0"/>
              <a:t>‹#›</a:t>
            </a:fld>
            <a:endParaRPr lang="en-GB"/>
          </a:p>
        </p:txBody>
      </p:sp>
    </p:spTree>
    <p:extLst>
      <p:ext uri="{BB962C8B-B14F-4D97-AF65-F5344CB8AC3E}">
        <p14:creationId xmlns:p14="http://schemas.microsoft.com/office/powerpoint/2010/main" val="1793549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C6D54-8D4A-6B9A-95AF-D8A347EB852C}"/>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A56B05AE-D33C-B348-43B5-E29F5F8108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1AB069D-45EC-1A4B-9D88-598BB238BF3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FBE88BC-6184-032A-1260-77E17CCD77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FA0BD5-5BE6-8554-B723-341515D7858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8D3EA070-C6E2-F5F3-6B4E-F4E94E3870E3}"/>
              </a:ext>
            </a:extLst>
          </p:cNvPr>
          <p:cNvSpPr>
            <a:spLocks noGrp="1"/>
          </p:cNvSpPr>
          <p:nvPr>
            <p:ph type="dt" sz="half" idx="10"/>
          </p:nvPr>
        </p:nvSpPr>
        <p:spPr/>
        <p:txBody>
          <a:bodyPr/>
          <a:lstStyle/>
          <a:p>
            <a:fld id="{C8054535-AF08-4C18-AFDF-01ADDAF48A9A}" type="datetimeFigureOut">
              <a:rPr lang="en-GB" smtClean="0"/>
              <a:t>02/10/2024</a:t>
            </a:fld>
            <a:endParaRPr lang="en-GB"/>
          </a:p>
        </p:txBody>
      </p:sp>
      <p:sp>
        <p:nvSpPr>
          <p:cNvPr id="8" name="Footer Placeholder 7">
            <a:extLst>
              <a:ext uri="{FF2B5EF4-FFF2-40B4-BE49-F238E27FC236}">
                <a16:creationId xmlns:a16="http://schemas.microsoft.com/office/drawing/2014/main" id="{B998E50E-B4C5-6737-5F9A-E326AF6AE24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662E386-C62D-7727-C9BB-D2487FEB6DB1}"/>
              </a:ext>
            </a:extLst>
          </p:cNvPr>
          <p:cNvSpPr>
            <a:spLocks noGrp="1"/>
          </p:cNvSpPr>
          <p:nvPr>
            <p:ph type="sldNum" sz="quarter" idx="12"/>
          </p:nvPr>
        </p:nvSpPr>
        <p:spPr/>
        <p:txBody>
          <a:bodyPr/>
          <a:lstStyle/>
          <a:p>
            <a:fld id="{0604D14B-8010-46ED-990C-8EAB94BE1ED1}" type="slidenum">
              <a:rPr lang="en-GB" smtClean="0"/>
              <a:t>‹#›</a:t>
            </a:fld>
            <a:endParaRPr lang="en-GB"/>
          </a:p>
        </p:txBody>
      </p:sp>
    </p:spTree>
    <p:extLst>
      <p:ext uri="{BB962C8B-B14F-4D97-AF65-F5344CB8AC3E}">
        <p14:creationId xmlns:p14="http://schemas.microsoft.com/office/powerpoint/2010/main" val="765458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F89BC-10C4-6EC0-05DE-5387CEA09571}"/>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7F514D4-B38D-D173-7E1D-674A235759A1}"/>
              </a:ext>
            </a:extLst>
          </p:cNvPr>
          <p:cNvSpPr>
            <a:spLocks noGrp="1"/>
          </p:cNvSpPr>
          <p:nvPr>
            <p:ph type="dt" sz="half" idx="10"/>
          </p:nvPr>
        </p:nvSpPr>
        <p:spPr/>
        <p:txBody>
          <a:bodyPr/>
          <a:lstStyle/>
          <a:p>
            <a:fld id="{C8054535-AF08-4C18-AFDF-01ADDAF48A9A}" type="datetimeFigureOut">
              <a:rPr lang="en-GB" smtClean="0"/>
              <a:t>02/10/2024</a:t>
            </a:fld>
            <a:endParaRPr lang="en-GB"/>
          </a:p>
        </p:txBody>
      </p:sp>
      <p:sp>
        <p:nvSpPr>
          <p:cNvPr id="4" name="Footer Placeholder 3">
            <a:extLst>
              <a:ext uri="{FF2B5EF4-FFF2-40B4-BE49-F238E27FC236}">
                <a16:creationId xmlns:a16="http://schemas.microsoft.com/office/drawing/2014/main" id="{44C1C2BE-85C0-5946-8B71-6491DC1B87D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1D33F1E-6501-94EC-4745-A96372218B76}"/>
              </a:ext>
            </a:extLst>
          </p:cNvPr>
          <p:cNvSpPr>
            <a:spLocks noGrp="1"/>
          </p:cNvSpPr>
          <p:nvPr>
            <p:ph type="sldNum" sz="quarter" idx="12"/>
          </p:nvPr>
        </p:nvSpPr>
        <p:spPr/>
        <p:txBody>
          <a:bodyPr/>
          <a:lstStyle/>
          <a:p>
            <a:fld id="{0604D14B-8010-46ED-990C-8EAB94BE1ED1}" type="slidenum">
              <a:rPr lang="en-GB" smtClean="0"/>
              <a:t>‹#›</a:t>
            </a:fld>
            <a:endParaRPr lang="en-GB"/>
          </a:p>
        </p:txBody>
      </p:sp>
    </p:spTree>
    <p:extLst>
      <p:ext uri="{BB962C8B-B14F-4D97-AF65-F5344CB8AC3E}">
        <p14:creationId xmlns:p14="http://schemas.microsoft.com/office/powerpoint/2010/main" val="2672150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3EDC06-6F88-4862-72C0-FA865584BE26}"/>
              </a:ext>
            </a:extLst>
          </p:cNvPr>
          <p:cNvSpPr>
            <a:spLocks noGrp="1"/>
          </p:cNvSpPr>
          <p:nvPr>
            <p:ph type="dt" sz="half" idx="10"/>
          </p:nvPr>
        </p:nvSpPr>
        <p:spPr/>
        <p:txBody>
          <a:bodyPr/>
          <a:lstStyle/>
          <a:p>
            <a:fld id="{C8054535-AF08-4C18-AFDF-01ADDAF48A9A}" type="datetimeFigureOut">
              <a:rPr lang="en-GB" smtClean="0"/>
              <a:t>02/10/2024</a:t>
            </a:fld>
            <a:endParaRPr lang="en-GB"/>
          </a:p>
        </p:txBody>
      </p:sp>
      <p:sp>
        <p:nvSpPr>
          <p:cNvPr id="3" name="Footer Placeholder 2">
            <a:extLst>
              <a:ext uri="{FF2B5EF4-FFF2-40B4-BE49-F238E27FC236}">
                <a16:creationId xmlns:a16="http://schemas.microsoft.com/office/drawing/2014/main" id="{E2DC2A93-CD0A-2E76-3102-C9395BCF6EC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DF251E9-5691-395D-F6EA-C9CAA3E3A800}"/>
              </a:ext>
            </a:extLst>
          </p:cNvPr>
          <p:cNvSpPr>
            <a:spLocks noGrp="1"/>
          </p:cNvSpPr>
          <p:nvPr>
            <p:ph type="sldNum" sz="quarter" idx="12"/>
          </p:nvPr>
        </p:nvSpPr>
        <p:spPr/>
        <p:txBody>
          <a:bodyPr/>
          <a:lstStyle/>
          <a:p>
            <a:fld id="{0604D14B-8010-46ED-990C-8EAB94BE1ED1}" type="slidenum">
              <a:rPr lang="en-GB" smtClean="0"/>
              <a:t>‹#›</a:t>
            </a:fld>
            <a:endParaRPr lang="en-GB"/>
          </a:p>
        </p:txBody>
      </p:sp>
    </p:spTree>
    <p:extLst>
      <p:ext uri="{BB962C8B-B14F-4D97-AF65-F5344CB8AC3E}">
        <p14:creationId xmlns:p14="http://schemas.microsoft.com/office/powerpoint/2010/main" val="1944938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740BE-188B-275B-1799-EF12BB5F05E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55E6CF82-5594-E651-2BD8-55DF148A11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983F5D0A-EC88-6517-70DC-88C1976F13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65D97BD-589F-DAEA-26DF-64E2BDB99CFE}"/>
              </a:ext>
            </a:extLst>
          </p:cNvPr>
          <p:cNvSpPr>
            <a:spLocks noGrp="1"/>
          </p:cNvSpPr>
          <p:nvPr>
            <p:ph type="dt" sz="half" idx="10"/>
          </p:nvPr>
        </p:nvSpPr>
        <p:spPr/>
        <p:txBody>
          <a:bodyPr/>
          <a:lstStyle/>
          <a:p>
            <a:fld id="{C8054535-AF08-4C18-AFDF-01ADDAF48A9A}" type="datetimeFigureOut">
              <a:rPr lang="en-GB" smtClean="0"/>
              <a:t>02/10/2024</a:t>
            </a:fld>
            <a:endParaRPr lang="en-GB"/>
          </a:p>
        </p:txBody>
      </p:sp>
      <p:sp>
        <p:nvSpPr>
          <p:cNvPr id="6" name="Footer Placeholder 5">
            <a:extLst>
              <a:ext uri="{FF2B5EF4-FFF2-40B4-BE49-F238E27FC236}">
                <a16:creationId xmlns:a16="http://schemas.microsoft.com/office/drawing/2014/main" id="{D4D7F334-7E87-BBAD-9255-36A1282CF44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173EC8-9086-672C-4FFE-26DEC80BDBEB}"/>
              </a:ext>
            </a:extLst>
          </p:cNvPr>
          <p:cNvSpPr>
            <a:spLocks noGrp="1"/>
          </p:cNvSpPr>
          <p:nvPr>
            <p:ph type="sldNum" sz="quarter" idx="12"/>
          </p:nvPr>
        </p:nvSpPr>
        <p:spPr/>
        <p:txBody>
          <a:bodyPr/>
          <a:lstStyle/>
          <a:p>
            <a:fld id="{0604D14B-8010-46ED-990C-8EAB94BE1ED1}" type="slidenum">
              <a:rPr lang="en-GB" smtClean="0"/>
              <a:t>‹#›</a:t>
            </a:fld>
            <a:endParaRPr lang="en-GB"/>
          </a:p>
        </p:txBody>
      </p:sp>
    </p:spTree>
    <p:extLst>
      <p:ext uri="{BB962C8B-B14F-4D97-AF65-F5344CB8AC3E}">
        <p14:creationId xmlns:p14="http://schemas.microsoft.com/office/powerpoint/2010/main" val="700309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38715-127B-A815-AB25-C27D117557F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C60A5E35-4473-96B0-56D2-2D6837241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A1DEF98-DA3D-DC1D-D02A-1EBD92C3FF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F7A1842-46FD-1F0E-5118-4E453741EFF6}"/>
              </a:ext>
            </a:extLst>
          </p:cNvPr>
          <p:cNvSpPr>
            <a:spLocks noGrp="1"/>
          </p:cNvSpPr>
          <p:nvPr>
            <p:ph type="dt" sz="half" idx="10"/>
          </p:nvPr>
        </p:nvSpPr>
        <p:spPr/>
        <p:txBody>
          <a:bodyPr/>
          <a:lstStyle/>
          <a:p>
            <a:fld id="{C8054535-AF08-4C18-AFDF-01ADDAF48A9A}" type="datetimeFigureOut">
              <a:rPr lang="en-GB" smtClean="0"/>
              <a:t>02/10/2024</a:t>
            </a:fld>
            <a:endParaRPr lang="en-GB"/>
          </a:p>
        </p:txBody>
      </p:sp>
      <p:sp>
        <p:nvSpPr>
          <p:cNvPr id="6" name="Footer Placeholder 5">
            <a:extLst>
              <a:ext uri="{FF2B5EF4-FFF2-40B4-BE49-F238E27FC236}">
                <a16:creationId xmlns:a16="http://schemas.microsoft.com/office/drawing/2014/main" id="{F5230E36-2122-13A0-BC1F-8737C0EE437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9BEE759-ACD9-189B-A1DF-BB9E1543DFB8}"/>
              </a:ext>
            </a:extLst>
          </p:cNvPr>
          <p:cNvSpPr>
            <a:spLocks noGrp="1"/>
          </p:cNvSpPr>
          <p:nvPr>
            <p:ph type="sldNum" sz="quarter" idx="12"/>
          </p:nvPr>
        </p:nvSpPr>
        <p:spPr/>
        <p:txBody>
          <a:bodyPr/>
          <a:lstStyle/>
          <a:p>
            <a:fld id="{0604D14B-8010-46ED-990C-8EAB94BE1ED1}" type="slidenum">
              <a:rPr lang="en-GB" smtClean="0"/>
              <a:t>‹#›</a:t>
            </a:fld>
            <a:endParaRPr lang="en-GB"/>
          </a:p>
        </p:txBody>
      </p:sp>
    </p:spTree>
    <p:extLst>
      <p:ext uri="{BB962C8B-B14F-4D97-AF65-F5344CB8AC3E}">
        <p14:creationId xmlns:p14="http://schemas.microsoft.com/office/powerpoint/2010/main" val="2596300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EA8E7-7325-B474-D217-EFBCD555DCB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48FAF070-B452-8259-ADF0-CBBE19FF105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7EE2873-5A91-825D-B000-3D6A6FC067D8}"/>
              </a:ext>
            </a:extLst>
          </p:cNvPr>
          <p:cNvSpPr>
            <a:spLocks noGrp="1"/>
          </p:cNvSpPr>
          <p:nvPr>
            <p:ph type="dt" sz="half" idx="10"/>
          </p:nvPr>
        </p:nvSpPr>
        <p:spPr/>
        <p:txBody>
          <a:bodyPr/>
          <a:lstStyle/>
          <a:p>
            <a:fld id="{C8054535-AF08-4C18-AFDF-01ADDAF48A9A}" type="datetimeFigureOut">
              <a:rPr lang="en-GB" smtClean="0"/>
              <a:t>02/10/2024</a:t>
            </a:fld>
            <a:endParaRPr lang="en-GB"/>
          </a:p>
        </p:txBody>
      </p:sp>
      <p:sp>
        <p:nvSpPr>
          <p:cNvPr id="5" name="Footer Placeholder 4">
            <a:extLst>
              <a:ext uri="{FF2B5EF4-FFF2-40B4-BE49-F238E27FC236}">
                <a16:creationId xmlns:a16="http://schemas.microsoft.com/office/drawing/2014/main" id="{8A5FC949-0AA8-B0DF-B2D4-B09866DB88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9B1FEE6-A327-C0E0-D04D-E4CD532E68C1}"/>
              </a:ext>
            </a:extLst>
          </p:cNvPr>
          <p:cNvSpPr>
            <a:spLocks noGrp="1"/>
          </p:cNvSpPr>
          <p:nvPr>
            <p:ph type="sldNum" sz="quarter" idx="12"/>
          </p:nvPr>
        </p:nvSpPr>
        <p:spPr/>
        <p:txBody>
          <a:bodyPr/>
          <a:lstStyle/>
          <a:p>
            <a:fld id="{0604D14B-8010-46ED-990C-8EAB94BE1ED1}" type="slidenum">
              <a:rPr lang="en-GB" smtClean="0"/>
              <a:t>‹#›</a:t>
            </a:fld>
            <a:endParaRPr lang="en-GB"/>
          </a:p>
        </p:txBody>
      </p:sp>
    </p:spTree>
    <p:extLst>
      <p:ext uri="{BB962C8B-B14F-4D97-AF65-F5344CB8AC3E}">
        <p14:creationId xmlns:p14="http://schemas.microsoft.com/office/powerpoint/2010/main" val="2402357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8E149B-F13B-9D38-C038-156883631B42}"/>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B027A51-EB81-7B12-9727-CA1D82FE162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1EEE6A9-121A-FA9F-E161-BCB369B42B9B}"/>
              </a:ext>
            </a:extLst>
          </p:cNvPr>
          <p:cNvSpPr>
            <a:spLocks noGrp="1"/>
          </p:cNvSpPr>
          <p:nvPr>
            <p:ph type="dt" sz="half" idx="10"/>
          </p:nvPr>
        </p:nvSpPr>
        <p:spPr/>
        <p:txBody>
          <a:bodyPr/>
          <a:lstStyle/>
          <a:p>
            <a:fld id="{C8054535-AF08-4C18-AFDF-01ADDAF48A9A}" type="datetimeFigureOut">
              <a:rPr lang="en-GB" smtClean="0"/>
              <a:t>02/10/2024</a:t>
            </a:fld>
            <a:endParaRPr lang="en-GB"/>
          </a:p>
        </p:txBody>
      </p:sp>
      <p:sp>
        <p:nvSpPr>
          <p:cNvPr id="5" name="Footer Placeholder 4">
            <a:extLst>
              <a:ext uri="{FF2B5EF4-FFF2-40B4-BE49-F238E27FC236}">
                <a16:creationId xmlns:a16="http://schemas.microsoft.com/office/drawing/2014/main" id="{70BD1F09-ABBC-A8BA-842C-7D60C780D3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0FE213-1722-8C0D-A3F3-B5C7DCD1274C}"/>
              </a:ext>
            </a:extLst>
          </p:cNvPr>
          <p:cNvSpPr>
            <a:spLocks noGrp="1"/>
          </p:cNvSpPr>
          <p:nvPr>
            <p:ph type="sldNum" sz="quarter" idx="12"/>
          </p:nvPr>
        </p:nvSpPr>
        <p:spPr/>
        <p:txBody>
          <a:bodyPr/>
          <a:lstStyle/>
          <a:p>
            <a:fld id="{0604D14B-8010-46ED-990C-8EAB94BE1ED1}" type="slidenum">
              <a:rPr lang="en-GB" smtClean="0"/>
              <a:t>‹#›</a:t>
            </a:fld>
            <a:endParaRPr lang="en-GB"/>
          </a:p>
        </p:txBody>
      </p:sp>
    </p:spTree>
    <p:extLst>
      <p:ext uri="{BB962C8B-B14F-4D97-AF65-F5344CB8AC3E}">
        <p14:creationId xmlns:p14="http://schemas.microsoft.com/office/powerpoint/2010/main" val="1653714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2BB3A2-0B64-E5B7-DAF5-C4B6FA73E8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49F2F2DD-4946-8B73-B1AD-22ADAAA423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5DCC114-D86C-2887-BF44-14EC480837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054535-AF08-4C18-AFDF-01ADDAF48A9A}" type="datetimeFigureOut">
              <a:rPr lang="en-GB" smtClean="0"/>
              <a:t>02/10/2024</a:t>
            </a:fld>
            <a:endParaRPr lang="en-GB"/>
          </a:p>
        </p:txBody>
      </p:sp>
      <p:sp>
        <p:nvSpPr>
          <p:cNvPr id="5" name="Footer Placeholder 4">
            <a:extLst>
              <a:ext uri="{FF2B5EF4-FFF2-40B4-BE49-F238E27FC236}">
                <a16:creationId xmlns:a16="http://schemas.microsoft.com/office/drawing/2014/main" id="{6EE96ECA-7CD3-232B-4FB3-F361C6A6BE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79C476-3C1B-115A-767C-022D2D4D6A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04D14B-8010-46ED-990C-8EAB94BE1ED1}" type="slidenum">
              <a:rPr lang="en-GB" smtClean="0"/>
              <a:t>‹#›</a:t>
            </a:fld>
            <a:endParaRPr lang="en-GB"/>
          </a:p>
        </p:txBody>
      </p:sp>
    </p:spTree>
    <p:extLst>
      <p:ext uri="{BB962C8B-B14F-4D97-AF65-F5344CB8AC3E}">
        <p14:creationId xmlns:p14="http://schemas.microsoft.com/office/powerpoint/2010/main" val="3240998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5AC7B-F3A8-1687-B1EB-0FAF3EF97DDB}"/>
              </a:ext>
            </a:extLst>
          </p:cNvPr>
          <p:cNvSpPr>
            <a:spLocks noGrp="1"/>
          </p:cNvSpPr>
          <p:nvPr>
            <p:ph type="ctrTitle"/>
          </p:nvPr>
        </p:nvSpPr>
        <p:spPr/>
        <p:txBody>
          <a:bodyPr>
            <a:normAutofit fontScale="90000"/>
          </a:bodyPr>
          <a:lstStyle/>
          <a:p>
            <a:r>
              <a:rPr lang="en-GB" dirty="0"/>
              <a:t>Topic 3: Data Visualisation Introduction to Data Visualisation</a:t>
            </a:r>
          </a:p>
        </p:txBody>
      </p:sp>
      <p:sp>
        <p:nvSpPr>
          <p:cNvPr id="3" name="Subtitle 2">
            <a:extLst>
              <a:ext uri="{FF2B5EF4-FFF2-40B4-BE49-F238E27FC236}">
                <a16:creationId xmlns:a16="http://schemas.microsoft.com/office/drawing/2014/main" id="{464AB4B6-FFFE-5A74-ABAD-390FE9FD9CD1}"/>
              </a:ext>
            </a:extLst>
          </p:cNvPr>
          <p:cNvSpPr>
            <a:spLocks noGrp="1"/>
          </p:cNvSpPr>
          <p:nvPr>
            <p:ph type="subTitle" idx="1"/>
          </p:nvPr>
        </p:nvSpPr>
        <p:spPr/>
        <p:txBody>
          <a:bodyPr/>
          <a:lstStyle/>
          <a:p>
            <a:r>
              <a:rPr lang="en-GB" dirty="0"/>
              <a:t>MM106/BM110</a:t>
            </a:r>
          </a:p>
          <a:p>
            <a:r>
              <a:rPr lang="en-GB" dirty="0"/>
              <a:t>Connor Watret</a:t>
            </a:r>
          </a:p>
          <a:p>
            <a:r>
              <a:rPr lang="en-GB" dirty="0"/>
              <a:t>connor.watret@strath.ac.uk</a:t>
            </a:r>
          </a:p>
        </p:txBody>
      </p:sp>
    </p:spTree>
    <p:extLst>
      <p:ext uri="{BB962C8B-B14F-4D97-AF65-F5344CB8AC3E}">
        <p14:creationId xmlns:p14="http://schemas.microsoft.com/office/powerpoint/2010/main" val="3124080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CD541-9C7F-E822-FB72-392596A8D59E}"/>
              </a:ext>
            </a:extLst>
          </p:cNvPr>
          <p:cNvSpPr>
            <a:spLocks noGrp="1"/>
          </p:cNvSpPr>
          <p:nvPr>
            <p:ph type="title"/>
          </p:nvPr>
        </p:nvSpPr>
        <p:spPr/>
        <p:txBody>
          <a:bodyPr/>
          <a:lstStyle/>
          <a:p>
            <a:r>
              <a:rPr lang="en-GB" dirty="0"/>
              <a:t>Introduction to Data Visualisation </a:t>
            </a:r>
          </a:p>
        </p:txBody>
      </p:sp>
      <p:sp>
        <p:nvSpPr>
          <p:cNvPr id="3" name="Content Placeholder 2">
            <a:extLst>
              <a:ext uri="{FF2B5EF4-FFF2-40B4-BE49-F238E27FC236}">
                <a16:creationId xmlns:a16="http://schemas.microsoft.com/office/drawing/2014/main" id="{A1FD5D93-009B-A68A-D490-1FFB10F1BCAA}"/>
              </a:ext>
            </a:extLst>
          </p:cNvPr>
          <p:cNvSpPr>
            <a:spLocks noGrp="1"/>
          </p:cNvSpPr>
          <p:nvPr>
            <p:ph idx="1"/>
          </p:nvPr>
        </p:nvSpPr>
        <p:spPr>
          <a:xfrm>
            <a:off x="838200" y="1825623"/>
            <a:ext cx="10515600" cy="4667251"/>
          </a:xfrm>
        </p:spPr>
        <p:txBody>
          <a:bodyPr>
            <a:normAutofit fontScale="92500" lnSpcReduction="10000"/>
          </a:bodyPr>
          <a:lstStyle/>
          <a:p>
            <a:pPr marL="0" indent="0">
              <a:buNone/>
            </a:pPr>
            <a:r>
              <a:rPr lang="en-GB" dirty="0"/>
              <a:t>In the previous topics you learned about two important types of descriptive statistics </a:t>
            </a:r>
          </a:p>
          <a:p>
            <a:pPr marL="0" indent="0">
              <a:buNone/>
            </a:pPr>
            <a:endParaRPr lang="en-GB" sz="1100" dirty="0"/>
          </a:p>
          <a:p>
            <a:r>
              <a:rPr lang="en-GB" dirty="0"/>
              <a:t>measures of location </a:t>
            </a:r>
          </a:p>
          <a:p>
            <a:r>
              <a:rPr lang="en-GB" dirty="0"/>
              <a:t>measures of spread </a:t>
            </a:r>
          </a:p>
          <a:p>
            <a:pPr marL="0" indent="0">
              <a:buNone/>
            </a:pPr>
            <a:endParaRPr lang="en-GB" sz="1100" dirty="0"/>
          </a:p>
          <a:p>
            <a:pPr marL="0" indent="0">
              <a:buNone/>
            </a:pPr>
            <a:r>
              <a:rPr lang="en-GB" dirty="0"/>
              <a:t>What we did not do was look at how the differences in these two measures result in different looking distributions. </a:t>
            </a:r>
          </a:p>
          <a:p>
            <a:pPr marL="0" indent="0">
              <a:buNone/>
            </a:pPr>
            <a:endParaRPr lang="en-GB" sz="1100" dirty="0"/>
          </a:p>
          <a:p>
            <a:pPr marL="0" indent="0">
              <a:buNone/>
            </a:pPr>
            <a:r>
              <a:rPr lang="en-GB" dirty="0"/>
              <a:t>Numbers alone may be important, but a visual representation is much more effective way of examining the characteristics of any set of data. </a:t>
            </a:r>
          </a:p>
          <a:p>
            <a:pPr marL="0" indent="0">
              <a:buNone/>
            </a:pPr>
            <a:endParaRPr lang="en-GB" sz="1100" dirty="0"/>
          </a:p>
          <a:p>
            <a:pPr marL="0" indent="0">
              <a:buNone/>
            </a:pPr>
            <a:r>
              <a:rPr lang="en-GB" dirty="0"/>
              <a:t>We will learn which graphs to use for which type of data.</a:t>
            </a:r>
          </a:p>
        </p:txBody>
      </p:sp>
    </p:spTree>
    <p:extLst>
      <p:ext uri="{BB962C8B-B14F-4D97-AF65-F5344CB8AC3E}">
        <p14:creationId xmlns:p14="http://schemas.microsoft.com/office/powerpoint/2010/main" val="3736500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CD541-9C7F-E822-FB72-392596A8D59E}"/>
              </a:ext>
            </a:extLst>
          </p:cNvPr>
          <p:cNvSpPr>
            <a:spLocks noGrp="1"/>
          </p:cNvSpPr>
          <p:nvPr>
            <p:ph type="title"/>
          </p:nvPr>
        </p:nvSpPr>
        <p:spPr/>
        <p:txBody>
          <a:bodyPr/>
          <a:lstStyle/>
          <a:p>
            <a:r>
              <a:rPr lang="en-GB" dirty="0"/>
              <a:t>Data Visualisation </a:t>
            </a:r>
          </a:p>
        </p:txBody>
      </p:sp>
      <p:sp>
        <p:nvSpPr>
          <p:cNvPr id="3" name="Content Placeholder 2">
            <a:extLst>
              <a:ext uri="{FF2B5EF4-FFF2-40B4-BE49-F238E27FC236}">
                <a16:creationId xmlns:a16="http://schemas.microsoft.com/office/drawing/2014/main" id="{A1FD5D93-009B-A68A-D490-1FFB10F1BCAA}"/>
              </a:ext>
            </a:extLst>
          </p:cNvPr>
          <p:cNvSpPr>
            <a:spLocks noGrp="1"/>
          </p:cNvSpPr>
          <p:nvPr>
            <p:ph idx="1"/>
          </p:nvPr>
        </p:nvSpPr>
        <p:spPr/>
        <p:txBody>
          <a:bodyPr/>
          <a:lstStyle/>
          <a:p>
            <a:pPr marL="0" indent="0">
              <a:buNone/>
            </a:pPr>
            <a:r>
              <a:rPr lang="en-GB" dirty="0"/>
              <a:t>Data visualisation has become a bit of a buzzword. </a:t>
            </a:r>
          </a:p>
          <a:p>
            <a:pPr marL="0" indent="0">
              <a:buNone/>
            </a:pPr>
            <a:endParaRPr lang="en-GB" sz="2400" dirty="0"/>
          </a:p>
          <a:p>
            <a:pPr marL="0" indent="0">
              <a:buNone/>
            </a:pPr>
            <a:r>
              <a:rPr lang="en-GB" dirty="0"/>
              <a:t>Data visualisation or exploratory analysis is a key part of any data analysis, it should be your first step before you do anything else to the data. </a:t>
            </a:r>
          </a:p>
          <a:p>
            <a:pPr marL="0" indent="0">
              <a:buNone/>
            </a:pPr>
            <a:endParaRPr lang="en-GB" sz="2400" dirty="0"/>
          </a:p>
          <a:p>
            <a:pPr marL="0" indent="0">
              <a:buNone/>
            </a:pPr>
            <a:r>
              <a:rPr lang="en-GB" dirty="0"/>
              <a:t>Data visualisation is a useful tool to explain what is going on in your data to a non-statistician. If the non-statistician see a picture that is well explained, they can generally get an idea of what is going on.</a:t>
            </a:r>
          </a:p>
        </p:txBody>
      </p:sp>
    </p:spTree>
    <p:extLst>
      <p:ext uri="{BB962C8B-B14F-4D97-AF65-F5344CB8AC3E}">
        <p14:creationId xmlns:p14="http://schemas.microsoft.com/office/powerpoint/2010/main" val="1453136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CD541-9C7F-E822-FB72-392596A8D59E}"/>
              </a:ext>
            </a:extLst>
          </p:cNvPr>
          <p:cNvSpPr>
            <a:spLocks noGrp="1"/>
          </p:cNvSpPr>
          <p:nvPr>
            <p:ph type="title"/>
          </p:nvPr>
        </p:nvSpPr>
        <p:spPr/>
        <p:txBody>
          <a:bodyPr/>
          <a:lstStyle/>
          <a:p>
            <a:r>
              <a:rPr lang="en-GB" dirty="0"/>
              <a:t>Caution</a:t>
            </a:r>
          </a:p>
        </p:txBody>
      </p:sp>
      <p:sp>
        <p:nvSpPr>
          <p:cNvPr id="3" name="Content Placeholder 2">
            <a:extLst>
              <a:ext uri="{FF2B5EF4-FFF2-40B4-BE49-F238E27FC236}">
                <a16:creationId xmlns:a16="http://schemas.microsoft.com/office/drawing/2014/main" id="{A1FD5D93-009B-A68A-D490-1FFB10F1BCAA}"/>
              </a:ext>
            </a:extLst>
          </p:cNvPr>
          <p:cNvSpPr>
            <a:spLocks noGrp="1"/>
          </p:cNvSpPr>
          <p:nvPr>
            <p:ph idx="1"/>
          </p:nvPr>
        </p:nvSpPr>
        <p:spPr/>
        <p:txBody>
          <a:bodyPr/>
          <a:lstStyle/>
          <a:p>
            <a:pPr marL="0" indent="0">
              <a:buNone/>
            </a:pPr>
            <a:endParaRPr lang="en-GB" dirty="0"/>
          </a:p>
          <a:p>
            <a:pPr marL="0" indent="0">
              <a:buNone/>
            </a:pPr>
            <a:r>
              <a:rPr lang="en-GB" dirty="0"/>
              <a:t>You must set up the aim of your experiment/analysis before you do any sort of data visualisation. The reason for this is you can bias the aims of your analysis to what you are seeing in your data, and that is not a good idea.</a:t>
            </a:r>
          </a:p>
        </p:txBody>
      </p:sp>
    </p:spTree>
    <p:extLst>
      <p:ext uri="{BB962C8B-B14F-4D97-AF65-F5344CB8AC3E}">
        <p14:creationId xmlns:p14="http://schemas.microsoft.com/office/powerpoint/2010/main" val="3341689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30FBF-4933-8131-E8C7-7225AC2BD2AA}"/>
              </a:ext>
            </a:extLst>
          </p:cNvPr>
          <p:cNvSpPr>
            <a:spLocks noGrp="1"/>
          </p:cNvSpPr>
          <p:nvPr>
            <p:ph type="title"/>
          </p:nvPr>
        </p:nvSpPr>
        <p:spPr/>
        <p:txBody>
          <a:bodyPr/>
          <a:lstStyle/>
          <a:p>
            <a:r>
              <a:rPr lang="en-GB" dirty="0"/>
              <a:t>Types of Plots </a:t>
            </a:r>
          </a:p>
        </p:txBody>
      </p:sp>
      <p:sp>
        <p:nvSpPr>
          <p:cNvPr id="3" name="Content Placeholder 2">
            <a:extLst>
              <a:ext uri="{FF2B5EF4-FFF2-40B4-BE49-F238E27FC236}">
                <a16:creationId xmlns:a16="http://schemas.microsoft.com/office/drawing/2014/main" id="{B9981C1B-36FF-F5B5-81E3-7E1BE748ED16}"/>
              </a:ext>
            </a:extLst>
          </p:cNvPr>
          <p:cNvSpPr>
            <a:spLocks noGrp="1"/>
          </p:cNvSpPr>
          <p:nvPr>
            <p:ph idx="1"/>
          </p:nvPr>
        </p:nvSpPr>
        <p:spPr/>
        <p:txBody>
          <a:bodyPr/>
          <a:lstStyle/>
          <a:p>
            <a:pPr marL="0" indent="0">
              <a:buNone/>
            </a:pPr>
            <a:r>
              <a:rPr lang="en-GB" dirty="0"/>
              <a:t>We are going to discuss 4 types of plots this week </a:t>
            </a:r>
          </a:p>
          <a:p>
            <a:r>
              <a:rPr lang="en-GB" dirty="0" err="1"/>
              <a:t>Barplots</a:t>
            </a:r>
            <a:r>
              <a:rPr lang="en-GB" dirty="0"/>
              <a:t> </a:t>
            </a:r>
          </a:p>
          <a:p>
            <a:r>
              <a:rPr lang="en-GB" dirty="0"/>
              <a:t>Histograms </a:t>
            </a:r>
          </a:p>
          <a:p>
            <a:r>
              <a:rPr lang="en-GB" dirty="0"/>
              <a:t>Boxplots </a:t>
            </a:r>
          </a:p>
          <a:p>
            <a:r>
              <a:rPr lang="en-GB" dirty="0"/>
              <a:t>Scatterplots</a:t>
            </a:r>
          </a:p>
        </p:txBody>
      </p:sp>
    </p:spTree>
    <p:extLst>
      <p:ext uri="{BB962C8B-B14F-4D97-AF65-F5344CB8AC3E}">
        <p14:creationId xmlns:p14="http://schemas.microsoft.com/office/powerpoint/2010/main" val="3437069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257</Words>
  <Application>Microsoft Office PowerPoint</Application>
  <PresentationFormat>Widescreen</PresentationFormat>
  <Paragraphs>30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Topic 3: Data Visualisation Introduction to Data Visualisation</vt:lpstr>
      <vt:lpstr>Introduction to Data Visualisation </vt:lpstr>
      <vt:lpstr>Data Visualisation </vt:lpstr>
      <vt:lpstr>Caution</vt:lpstr>
      <vt:lpstr>Types of Plots </vt:lpstr>
    </vt:vector>
  </TitlesOfParts>
  <Company>University of Strathclyde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3: Data Visualisation Introduction to Data Visualisation</dc:title>
  <dc:creator>Connor Watret</dc:creator>
  <cp:lastModifiedBy>Connor Watret</cp:lastModifiedBy>
  <cp:revision>1</cp:revision>
  <dcterms:created xsi:type="dcterms:W3CDTF">2024-10-02T14:36:50Z</dcterms:created>
  <dcterms:modified xsi:type="dcterms:W3CDTF">2024-10-02T15:00:22Z</dcterms:modified>
</cp:coreProperties>
</file>